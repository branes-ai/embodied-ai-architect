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YOUR AUTONOMY RUNS ON
SOMEONE ELSE'S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CCCCCC"/>
                </a:solidFill>
                <a:latin typeface="Calibri"/>
              </a:rPr>
              <a:t>—  Their highest-volume market isn't yours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CCCCCC"/>
                </a:solidFill>
                <a:latin typeface="Calibri"/>
              </a:rPr>
              <a:t>—  Allocation shortages strand programs overnight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CCCCCC"/>
                </a:solidFill>
                <a:latin typeface="Calibri"/>
              </a:rPr>
              <a:t>—  Export controls redraw the map without warning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4D3D"/>
                </a:solidFill>
                <a:latin typeface="Calibri"/>
              </a:rPr>
              <a:t>If you don't own the silicon strategy, you don't own the autonomy.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THE GAP IS GETTING WORSE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01168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4D3D"/>
                </a:solidFill>
                <a:latin typeface="Calibri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5W drone
30W robot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Workloads growing
Scaling slowing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560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D9BE9"/>
                </a:solidFill>
                <a:latin typeface="Calibri"/>
              </a:rPr>
              <a:t>GEOPOLITICS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2 countries fab
advanced silicon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Export controls
expanding yearly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560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EC9B0"/>
                </a:solidFill>
                <a:latin typeface="Calibri"/>
              </a:rPr>
              <a:t>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$50 chip creates
$500 system penalty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Competitors won't
overpay forever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DESCRIBE THE MISSION.
GET THE SILICON.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37744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88899"/>
                </a:solidFill>
                <a:latin typeface="Calibri"/>
              </a:rPr>
              <a:t>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CCCCC"/>
                </a:solidFill>
                <a:latin typeface="Calibri"/>
              </a:rPr>
              <a:t>"Delivery drone, visual SLAM +
 detection, 30fps, under 5 watts"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36576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E84D3D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88899"/>
                </a:solidFill>
                <a:latin typeface="Calibri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383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Validated SoC architecture
with synthesizable Verilog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Workload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Architecture Exploration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Constraint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RTL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4D3D"/>
                </a:solidFill>
                <a:latin typeface="Calibri"/>
              </a:rPr>
              <a:t>One engineer.  One afternoon.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IT WORKS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3017520" cy="292608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4D3D"/>
                </a:solidFill>
                <a:latin typeface="Calibri"/>
              </a:rPr>
              <a:t>DRONE SoC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Auto-optimized to
all-PASS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480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9BE9"/>
                </a:solidFill>
                <a:latin typeface="Calibri"/>
              </a:rPr>
              <a:t>1.5 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377440"/>
            <a:ext cx="3017520" cy="292608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4D3D"/>
                </a:solidFill>
                <a:latin typeface="Calibri"/>
              </a:rPr>
              <a:t>QUADRUPED SoC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91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4 concurrent workloads
Pareto-ranked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480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9BE9"/>
                </a:solidFill>
                <a:latin typeface="Calibri"/>
              </a:rPr>
              <a:t>&lt; 2 sec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377440"/>
            <a:ext cx="3017520" cy="292608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4D3D"/>
                </a:solidFill>
                <a:latin typeface="Calibri"/>
              </a:rPr>
              <a:t>RTL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91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Synthesizable Verilog
verified with Yosys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480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9BE9"/>
                </a:solidFill>
                <a:latin typeface="Calibri"/>
              </a:rPr>
              <a:t>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50+ COTS platforms profiled  ·  Custom accelerator RTL  ·  No cloud dependency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OWN THE COMPUTE.
OWN THE AUTONOMY.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37744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743200"/>
            <a:ext cx="3017520" cy="228600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9BE9"/>
                </a:solidFill>
                <a:latin typeface="Calibri"/>
              </a:rPr>
              <a:t>EVALUATE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2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1148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Your workloads on
COTS + custom targets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661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888899"/>
                </a:solidFill>
                <a:latin typeface="Calibri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017520" cy="228600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9BE9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8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Validated SoC
architecture with RTL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35661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888899"/>
                </a:solidFill>
                <a:latin typeface="Calibri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743200"/>
            <a:ext cx="3017520" cy="228600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9BE9"/>
                </a:solidFill>
                <a:latin typeface="Calibri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12 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1148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Pre-silicon validation
tape-out 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Next step:  2-week evaluation sprint.
You bring models.  We bring the platform.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